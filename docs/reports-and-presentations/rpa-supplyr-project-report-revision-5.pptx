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362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GeLmaBBpvoU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3A72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2550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stock detection and supplier reordering robot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 (CAI2C01)   ·   AY2026/2027 April Semester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Hannan Noor   ·   XXXXXXXX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scenario — done by hand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open the inventory system and read stock levels product by product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shortage they look up which suppliers carry the item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compare prices and delivery times across suppliers manually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type a purchase order and email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recorded, so the same item is often ordered twice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needs automating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315968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repetitive — 50 products checked one at a time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a shortage, or to reorder something already on its way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shortage that appears at 11am waits until someone notices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is simple and rule-based — ideal for a robot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1463040"/>
            <a:ext cx="4892040" cy="2148840"/>
          </a:xfrm>
          <a:prstGeom prst="roundRect">
            <a:avLst>
              <a:gd name="adj" fmla="val 2128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903720" y="160020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686800" y="1737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 products sit below their minimum stock level with no order in flight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6974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also contains 5 rows with missing stock values and 2 suppliers with no email address — deliberate bad data used to test the robot’s validation.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384048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robot must 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20840" y="418795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every product below minimum, unattended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supplier that can actually be contacted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purchase order and email 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act on anything it is unsure about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it did so it never repeats itself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777240" y="1682496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77724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367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17007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inventory, validate each row, flag products below minimum and mark them REORDER_PENDING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624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2898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6883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reorder priority, pick the best supplier by tier, mark each row READY or 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3886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36758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 purchase order template per supplier, insert line items, save as PDF, verify the output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4398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777240" y="464515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77724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5994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17320" y="4873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Outlook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4663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purchase order to the supplier and send exceptions to procurement staff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3153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777240" y="5632704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777240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5586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861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11880" y="56509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summary report, update reorder status to REORDER_SENT, export any error logs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PACKAGES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(project dependencies)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UiPath.Database.Activities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429000" y="15727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572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Database, Run Query, Run Command, Disconnect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UiPath.Python.Activities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22128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2.2.1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2128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Scope, Load Script, Invoke Method, Get Object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UiPath.Word.Activities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29000" y="2852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2.6.0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28529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Application Scope, Replace Text, Insert DataTable, Save as PDF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UiPath.Mail.Activities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34930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2.9.10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34930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Desktop Mail Message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33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UiPath.Excel.Activities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29000" y="4133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3.5.3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1330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Application Scope, Write Cell, Write Range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773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UiPath.System.Activities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26.6.1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7731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Catch, If, For Each, Assign, Filter Data Table, file and log activities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413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UiPath.UIAutomation.Activities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5413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26.10.0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54132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UI automation dependency</a:t>
            </a:r>
            <a:endParaRPr lang="en-US" sz="1000" dirty="0"/>
          </a:p>
        </p:txBody>
      </p:sp>
      <p:pic>
        <p:nvPicPr>
          <p:cNvPr id="25" name="Image 0" descr="/mnt/user-data/outputs/img/pack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72768"/>
            <a:ext cx="4023360" cy="346557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589520" y="50932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→ Manage Packages → Project Dependencies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— database and 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used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Database — opens the MySQL connection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throws immediately if the connection failed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Query ×3 — pre-flight check that every table and column exists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Query — retrieves all 50 inventory records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 Table ×2 — dt_LowStock and dt_AllSuppliers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 — iterates every product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Continue — skips rows with missing stock values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— calculates reorder priority (HIGH / MEDIUM / LOW)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 Row — collects the low-stock product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 — sets reorder_status to REORDER_PENDING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120640" cy="1143000"/>
          </a:xfrm>
          <a:prstGeom prst="roundRect">
            <a:avLst>
              <a:gd name="adj" fmla="val 4000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731520" y="52303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REORDER_PENDING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47725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the product before ordering is what stops the same 20 items being reordered on every later run. The watcher’s query excludes anything already in flight.</a:t>
            </a:r>
            <a:endParaRPr lang="en-US" sz="1100" dirty="0"/>
          </a:p>
        </p:txBody>
      </p:sp>
      <p:pic>
        <p:nvPicPr>
          <p:cNvPr id="11" name="Image 1" descr="/mnt/user-data/outputs/img/for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463040"/>
            <a:ext cx="2651760" cy="44988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15400" y="601675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Row in dt_Inventory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Picture 14" descr="conn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463040"/>
            <a:ext cx="2880360" cy="978408"/>
          </a:xfrm>
          <a:prstGeom prst="rect">
            <a:avLst/>
          </a:prstGeom>
        </p:spPr>
      </p:pic>
      <p:pic>
        <p:nvPicPr>
          <p:cNvPr id="16" name="Picture 15" descr="runqu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715768"/>
            <a:ext cx="2880360" cy="1014984"/>
          </a:xfrm>
          <a:prstGeom prst="rect">
            <a:avLst/>
          </a:prstGeom>
        </p:spPr>
      </p:pic>
      <p:pic>
        <p:nvPicPr>
          <p:cNvPr id="17" name="Picture 16" descr="buildd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005072"/>
            <a:ext cx="2880360" cy="1325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52160" y="541324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6E7A69"/>
                </a:solidFill>
                <a:latin typeface="Calibri"/>
              </a:rPr>
              <a:t>Connect to Database  →  Run Query  →  Build Data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— Python reorder calculator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used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Data Table ×2 — converts both tables to CSV strings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Scope — initialises the Python 3.14 environment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Python Script — loads reorder_calculator.py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Python Method — calls process_reorders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Python Object — converts the result to a JSON string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— deserialises the JSON into dt_Reorders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 — four tiers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279392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valid email and can fulfil the full quantity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valid email but partial fulfilment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/ 4 — can supply but has no usable email address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tier: cheapest price, then fastest delivery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0" y="1463040"/>
            <a:ext cx="3017520" cy="4480560"/>
          </a:xfrm>
          <a:prstGeom prst="roundRect">
            <a:avLst>
              <a:gd name="adj" fmla="val 1515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870448" y="1627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script decides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70448" y="1965960"/>
            <a:ext cx="2651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priority — HIGH when stock is zero or at 25% of minimum or below, MEDIUM at 60% or below, otherwise LOW.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supplier — filtered through the four tiers, then cheapest price and fastest delivery within the winning tier.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— supplier price multiplied by the reorder quantity, and formatted currency text for the purchase order.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status of READY or REVIEW — REVIEW if the stock data is invalid, the quantity is not a number, no supplier was found or the price is zero.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note explaining every REVIEW decision, which is what procurement staff receive.</a:t>
            </a:r>
            <a:endParaRPr lang="en-US" sz="1100" dirty="0"/>
          </a:p>
        </p:txBody>
      </p:sp>
      <p:pic>
        <p:nvPicPr>
          <p:cNvPr id="11" name="Image 0" descr="/mnt/user-data/outputs/img/pyt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463040"/>
            <a:ext cx="2651760" cy="43251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61120" y="58430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Scope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mnt/user-data/outputs/img/word.png">
            <a:extLst>
              <a:ext uri="{FF2B5EF4-FFF2-40B4-BE49-F238E27FC236}">
                <a16:creationId xmlns:a16="http://schemas.microsoft.com/office/drawing/2014/main" id="{F77EE66C-D517-8439-9B3B-40AC198E0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008"/>
          <a:stretch>
            <a:fillRect/>
          </a:stretch>
        </p:blipFill>
        <p:spPr>
          <a:xfrm>
            <a:off x="5694520" y="4227523"/>
            <a:ext cx="2169319" cy="182034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— purchase orders in Word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used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 Table — keeps only READY rows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— one purchase order per supplier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 — copies the Word purchase order template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Application Scope — opens the copied document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Text ×11 — PO number, date, supplier, delivery, totals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DataTable in Document — writes the order line items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Text — reads the finished document back 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Document as PDF — produces the sendable copy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Throw — fails if any placeholder was left unreplaced</a:t>
            </a:r>
            <a:endParaRPr lang="en-US" sz="1250" dirty="0"/>
          </a:p>
        </p:txBody>
      </p:sp>
      <p:pic>
        <p:nvPicPr>
          <p:cNvPr id="9" name="Image 0" descr="/mnt/user-data/outputs/img/word.png"/>
          <p:cNvPicPr>
            <a:picLocks noChangeAspect="1"/>
          </p:cNvPicPr>
          <p:nvPr/>
        </p:nvPicPr>
        <p:blipFill>
          <a:blip r:embed="rId3"/>
          <a:srcRect b="38300"/>
          <a:stretch>
            <a:fillRect/>
          </a:stretch>
        </p:blipFill>
        <p:spPr>
          <a:xfrm>
            <a:off x="5760720" y="1463040"/>
            <a:ext cx="2103120" cy="286607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60720" y="6163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Application Scope</a:t>
            </a:r>
            <a:endParaRPr lang="en-US" sz="900" dirty="0"/>
          </a:p>
        </p:txBody>
      </p:sp>
      <p:pic>
        <p:nvPicPr>
          <p:cNvPr id="11" name="Image 1" descr="/mnt/user-data/outputs/img/verif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291840" cy="2761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0" y="42793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Placeholders Were Replaced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360920" y="5294376"/>
            <a:ext cx="868680" cy="256032"/>
          </a:xfrm>
          <a:prstGeom prst="line">
            <a:avLst/>
          </a:prstGeom>
          <a:ln w="15875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39865" y="5293461"/>
            <a:ext cx="1123797" cy="522122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zoom_wo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4526280"/>
            <a:ext cx="3291840" cy="152796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29600" y="4526280"/>
            <a:ext cx="3291840" cy="1527962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6108192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6E7A69"/>
                </a:solidFill>
                <a:latin typeface="Calibri"/>
              </a:rPr>
              <a:t>Detail — the robot reads its own document back, then saves it as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5644" y="2113178"/>
            <a:ext cx="905256" cy="398678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zoom_repl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956048"/>
            <a:ext cx="3063240" cy="1408176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548640" y="4956048"/>
            <a:ext cx="3063240" cy="1408176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67328" y="5074920"/>
            <a:ext cx="17830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2C5F2D"/>
                </a:solidFill>
                <a:latin typeface="Calibri"/>
              </a:rPr>
              <a:t>Detail — Replace Text</a:t>
            </a:r>
          </a:p>
          <a:p>
            <a:r>
              <a:rPr sz="1050">
                <a:solidFill>
                  <a:srgbClr val="2E332C"/>
                </a:solidFill>
                <a:latin typeface="Calibri"/>
              </a:rPr>
              <a:t>Eleven of these fill the purchase order template, one per placeholder — PO number, date, supplier details, totals and priority.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and reporting — Outlook and Excel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Outlook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Desktop Mail Message — sends the purchase order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is If(bool_TestMode, str_TestInbox, str_SupplierEmail)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 — updates status to REORDER_SENT after sending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 Table — selects the rows marked REVIEW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Outlook Mail — review summary to procurement staff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Excel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142232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Data Table + Add Data Row ×7 — the summary metrics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Application Scope — opens the timestamped workbook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Cell / Write Range — title, metrics and live formulas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formula totals committed spend for READY rows only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ranges for reorder decisions, low stock detection, supplier options and review items</a:t>
            </a:r>
            <a:endParaRPr lang="en-US" sz="1250" dirty="0"/>
          </a:p>
        </p:txBody>
      </p:sp>
      <p:pic>
        <p:nvPicPr>
          <p:cNvPr id="8" name="Image 0" descr="/mnt/user-data/outputs/img/outl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926080" cy="30815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0" y="45994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Send Error Handler and the Outlook activity</a:t>
            </a:r>
            <a:endParaRPr lang="en-US" sz="900" dirty="0"/>
          </a:p>
        </p:txBody>
      </p:sp>
      <p:pic>
        <p:nvPicPr>
          <p:cNvPr id="13" name="Image 1" descr="/mnt/user-data/outputs/img/ex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463040"/>
            <a:ext cx="2286000" cy="47091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281160" y="62270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Application Scope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cxnSp>
        <p:nvCxnSpPr>
          <p:cNvPr id="17" name="Connector 16"/>
          <p:cNvCxnSpPr/>
          <p:nvPr/>
        </p:nvCxnSpPr>
        <p:spPr>
          <a:xfrm flipH="1">
            <a:off x="8869680" y="3749039"/>
            <a:ext cx="973836" cy="1325881"/>
          </a:xfrm>
          <a:prstGeom prst="line">
            <a:avLst/>
          </a:prstGeom>
          <a:ln w="15875">
            <a:solidFill>
              <a:srgbClr val="B850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843516" y="3490264"/>
            <a:ext cx="1288389" cy="524865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zoom_exc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4846320"/>
            <a:ext cx="2926080" cy="125364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0" y="4846320"/>
            <a:ext cx="2926080" cy="1253642"/>
          </a:xfrm>
          <a:prstGeom prst="rect">
            <a:avLst/>
          </a:prstGeom>
          <a:noFill/>
          <a:ln w="22225">
            <a:solidFill>
              <a:srgbClr val="B850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6144768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6E7A69"/>
                </a:solidFill>
                <a:latin typeface="Calibri"/>
              </a:rPr>
              <a:t>Detail — a live SUMIF formula, not a fixed value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— running it unattended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the robot starts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trigger — 05:30 every weekday, clears overnight shortages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trigger — fired on demand when stock crosses the threshold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watcher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090672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stock_watcher.py represents the store POS system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Task Scheduler runs it every 30 minutes, 08:00–20:00, weekdays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counts products below minimum with no order in flight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threshold of 5 it exits without contacting Orchestrator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it, it authenticates as an External Application using OAuth client credentials and POSTs to the API trigger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 is folder level — the app needs the OR.Jobs scope and the Automation User role inside the Supplyr folder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5212080" cy="1005840"/>
          </a:xfrm>
          <a:prstGeom prst="roundRect">
            <a:avLst>
              <a:gd name="adj" fmla="val 4545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 30-minute time trigger?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58698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would run the whole robot 25 times a day to find nothing to do 23 of those times. A cheap COUNT query guards an expensive process — and every job in Orchestrator stays a real reorder event.</a:t>
            </a:r>
            <a:endParaRPr lang="en-US" sz="1050" dirty="0"/>
          </a:p>
        </p:txBody>
      </p:sp>
      <p:pic>
        <p:nvPicPr>
          <p:cNvPr id="11" name="Image 0" descr="/mnt/user-data/outputs/img/trigg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463040"/>
            <a:ext cx="5577840" cy="1481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35040" y="299923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trigger and API trigger in the Supplyr folder</a:t>
            </a:r>
            <a:endParaRPr lang="en-US" sz="900" dirty="0"/>
          </a:p>
        </p:txBody>
      </p:sp>
      <p:pic>
        <p:nvPicPr>
          <p:cNvPr id="13" name="Image 1" descr="/mnt/user-data/outputs/img/job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246120"/>
            <a:ext cx="5577840" cy="11612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4462272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started by the API trigger — Source: Stock Check On Demand</a:t>
            </a:r>
            <a:endParaRPr lang="en-US" sz="900" dirty="0"/>
          </a:p>
        </p:txBody>
      </p:sp>
      <p:pic>
        <p:nvPicPr>
          <p:cNvPr id="15" name="Image 2" descr="/mnt/user-data/outputs/img/watcher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54880"/>
            <a:ext cx="5029200" cy="1545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63550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 log — fires at 14:00, stands down at 14:15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and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error handling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— every product sits in its own Try Catch, so one bad record is counted as skipped and the loop continues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level — separate handlers around the database check, supplier query, Python call, purchase order, email and Excel stages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level — one Main Error Handler catches anything that escapes, writes a critical error log and still disconnects the database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problems reach a person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370832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errors — a bad row, a missing supplier email, a failed status update — are collected as the run goes and written to a timestamped error log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list is appended to the summary email sent to procurement staff, so a skipped product is always reported rather than silently lost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failure aborts the run, writes a separate critical error log, and sends a HIGH importance alert email to the support inbox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 the database connection is still closed properly before the robot exits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2011680"/>
          </a:xfrm>
          <a:prstGeom prst="roundRect">
            <a:avLst>
              <a:gd name="adj" fmla="val 2273"/>
            </a:avLst>
          </a:prstGeom>
          <a:solidFill>
            <a:srgbClr val="EFF4E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492240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 clean run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products checked</a:t>
            </a:r>
            <a:endParaRPr lang="en-US" sz="2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below minimum detected</a:t>
            </a:r>
            <a:endParaRPr lang="en-US" sz="2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bad rows skipped safely</a:t>
            </a:r>
            <a:endParaRPr lang="en-US" sz="2400" dirty="0"/>
          </a:p>
        </p:txBody>
      </p:sp>
      <p:pic>
        <p:nvPicPr>
          <p:cNvPr id="11" name="Image 0" descr="/mnt/user-data/outputs/img/errorhand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840480"/>
            <a:ext cx="2560320" cy="183794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Supplyr  |  Mohammed Hannan Noor  |  XXXXXXXX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55680" y="644652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TextBox 14"/>
          <p:cNvSpPr txBox="1"/>
          <p:nvPr/>
        </p:nvSpPr>
        <p:spPr>
          <a:xfrm>
            <a:off x="6309360" y="5733288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6E7A69"/>
                </a:solidFill>
                <a:latin typeface="Calibri"/>
              </a:rPr>
              <a:t>The outer Main Error Handler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840480"/>
            <a:ext cx="2560320" cy="2441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6336792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i="1">
                <a:solidFill>
                  <a:srgbClr val="6E7A69"/>
                </a:solidFill>
                <a:latin typeface="Calibri"/>
              </a:rPr>
              <a:t>Pre-Flight Database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474720" cy="3474720"/>
          </a:xfrm>
          <a:prstGeom prst="ellipse">
            <a:avLst/>
          </a:prstGeom>
          <a:solidFill>
            <a:srgbClr val="2550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Supplyr run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D6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https://youtu.be/GeLmaBBpvoU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6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recording covers a full run end to end: low stock detected in MySQL, the watcher firing the API trigger, the job executing in Orchestrator, the purchase orders and Excel report produced, and a second run standing down because the orders are already in flight.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Documentation — Orchestrator API triggers. https://docs.uipath.com/orchestrator/automation-cloud/latest/user-guide/api-triggers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Documentation — Managing external applications and OAuth scopes. https://docs.uipath.com/automation-suite/automation-suite/latest/admin-guide/managing-external-applications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Activities Guide — Database, Word, Excel, Mail and Python activity packages. https://docs.uipath.com/activities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Learn — Task Scheduler and the PowerShell ScheduledTasks cmdlets. https://learn.microsoft.com/en-us/powershell/module/scheduledtasks/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Software Foundation — urllib.request and ssl module documentation. https://docs.python.org/3/library/urllib.request.html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E3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SELECT statement and UPDATE syntax reference. https://dev.mysql.com/doc/refman/8.0/en/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1862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Supplyr - RPA Project Report</dc:title>
  <dc:subject>PptxGenJS Presentation</dc:subject>
  <dc:creator>Mohammed Hannan Noor</dc:creator>
  <cp:lastModifiedBy>MOHAMMED HANNAN NOOR</cp:lastModifiedBy>
  <cp:revision>4</cp:revision>
  <dcterms:created xsi:type="dcterms:W3CDTF">2026-08-05T06:18:51Z</dcterms:created>
  <dcterms:modified xsi:type="dcterms:W3CDTF">2026-08-06T07:23:40Z</dcterms:modified>
</cp:coreProperties>
</file>